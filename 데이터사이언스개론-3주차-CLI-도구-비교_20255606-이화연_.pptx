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1.png" Type="http://schemas.openxmlformats.org/officeDocument/2006/relationships/image"/><Relationship Id="rId20" Target="../media/image23.png" Type="http://schemas.openxmlformats.org/officeDocument/2006/relationships/image"/><Relationship Id="rId21" Target="../media/image24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9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9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2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9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3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9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4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8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9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75.png" Type="http://schemas.openxmlformats.org/officeDocument/2006/relationships/image"/><Relationship Id="rId7" Target="../media/image74.png" Type="http://schemas.openxmlformats.org/officeDocument/2006/relationships/image"/><Relationship Id="rId8" Target="../media/image7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77.png" Type="http://schemas.openxmlformats.org/officeDocument/2006/relationships/image"/><Relationship Id="rId7" Target="../media/image74.png" Type="http://schemas.openxmlformats.org/officeDocument/2006/relationships/image"/><Relationship Id="rId8" Target="../media/image7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2.png" Type="http://schemas.openxmlformats.org/officeDocument/2006/relationships/image"/><Relationship Id="rId5" Target="../media/image8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4800" y="3619500"/>
            <a:ext cx="17272000" cy="434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108200" y="3022600"/>
            <a:ext cx="19126200" cy="104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04000" y="7924800"/>
            <a:ext cx="5067300" cy="82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88200" y="7937500"/>
            <a:ext cx="4064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803900" y="952500"/>
            <a:ext cx="23202900" cy="160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84500" y="2120900"/>
            <a:ext cx="2019300" cy="1841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2900" y="3771900"/>
            <a:ext cx="63500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800" y="4330700"/>
            <a:ext cx="6527800" cy="1117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984500" y="5562600"/>
            <a:ext cx="2108200" cy="184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19100" y="7213600"/>
            <a:ext cx="6273800" cy="86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76200" y="7772400"/>
            <a:ext cx="6654800" cy="151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204200" y="2120900"/>
            <a:ext cx="2108200" cy="184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194300" y="3771900"/>
            <a:ext cx="6680200" cy="863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940300" y="4330700"/>
            <a:ext cx="6858000" cy="1511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204200" y="5562600"/>
            <a:ext cx="2108200" cy="1841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689600" y="7213600"/>
            <a:ext cx="6184900" cy="863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168900" y="7772400"/>
            <a:ext cx="6629400" cy="1117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423900" y="2120900"/>
            <a:ext cx="2108200" cy="1841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414000" y="3771900"/>
            <a:ext cx="6667500" cy="863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350500" y="4330700"/>
            <a:ext cx="6654800" cy="1892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754100" y="5588000"/>
            <a:ext cx="1600200" cy="1841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541000" y="7213600"/>
            <a:ext cx="65151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111500" y="1066800"/>
            <a:ext cx="205232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30400" y="2425700"/>
            <a:ext cx="2374900" cy="300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2425700"/>
            <a:ext cx="2374900" cy="300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07600" y="2425700"/>
            <a:ext cx="2374900" cy="300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596900" y="533400"/>
            <a:ext cx="7645400" cy="11099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3200400"/>
            <a:ext cx="3822700" cy="5549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92200" y="3708400"/>
            <a:ext cx="4064000" cy="914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5400" y="5245100"/>
            <a:ext cx="3721100" cy="16256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54400" y="457200"/>
            <a:ext cx="7645400" cy="11099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70500" y="3124200"/>
            <a:ext cx="3822700" cy="5549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143500" y="3708400"/>
            <a:ext cx="4064000" cy="914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359400" y="4826000"/>
            <a:ext cx="3759200" cy="25146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480300" y="457200"/>
            <a:ext cx="7645400" cy="11099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83700" y="3124200"/>
            <a:ext cx="3822700" cy="5549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788400" y="3708400"/>
            <a:ext cx="4470400" cy="914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220200" y="5029200"/>
            <a:ext cx="3924300" cy="2070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357100" y="3708400"/>
            <a:ext cx="4851400" cy="914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166600" y="4826000"/>
            <a:ext cx="48895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4807204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4051300"/>
            <a:ext cx="165608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3022600" y="3924300"/>
            <a:ext cx="3048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8991600" y="3924300"/>
            <a:ext cx="3048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5049500" y="3898900"/>
            <a:ext cx="3048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628900" y="1066800"/>
            <a:ext cx="200025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7700" y="4826000"/>
            <a:ext cx="4508500" cy="914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" y="5537200"/>
            <a:ext cx="4381500" cy="251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04000" y="4749800"/>
            <a:ext cx="4533900" cy="914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908800" y="5537200"/>
            <a:ext cx="4521200" cy="2070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90500" y="4775200"/>
            <a:ext cx="4343400" cy="91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119100" y="5651500"/>
            <a:ext cx="4038600" cy="1625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09800" y="2578100"/>
            <a:ext cx="2006600" cy="1663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178800" y="2578100"/>
            <a:ext cx="2057400" cy="1663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262100" y="2667000"/>
            <a:ext cx="20574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267200" y="1066800"/>
            <a:ext cx="216154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0" y="2463800"/>
            <a:ext cx="11277600" cy="621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519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267200" y="1066800"/>
            <a:ext cx="216154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0" y="2832100"/>
            <a:ext cx="11391900" cy="6134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519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267200" y="1066800"/>
            <a:ext cx="216154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8000" y="2755900"/>
            <a:ext cx="11188700" cy="595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519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267200" y="1066800"/>
            <a:ext cx="216154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84600" y="1193800"/>
            <a:ext cx="7175500" cy="833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519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305300" y="1066800"/>
            <a:ext cx="216535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6200" y="2044700"/>
            <a:ext cx="11595100" cy="7124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305300" y="1066800"/>
            <a:ext cx="216535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76500" y="774700"/>
            <a:ext cx="9677400" cy="9245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305300" y="1066800"/>
            <a:ext cx="216535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2425700"/>
            <a:ext cx="2374900" cy="3009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55400" y="457200"/>
            <a:ext cx="7645400" cy="1109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58800" y="3124200"/>
            <a:ext cx="3822700" cy="554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1587500"/>
            <a:ext cx="10934700" cy="786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0" y="3467100"/>
            <a:ext cx="365760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2362200"/>
            <a:ext cx="14681200" cy="12065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638300" y="1498600"/>
            <a:ext cx="14351000" cy="10083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03400" y="3886200"/>
            <a:ext cx="7175500" cy="5041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67400" y="1498600"/>
            <a:ext cx="14351000" cy="1008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3886200"/>
            <a:ext cx="7175500" cy="50419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75700" y="6032500"/>
            <a:ext cx="736600" cy="736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01100" y="6057900"/>
            <a:ext cx="685800" cy="68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416300" y="2692400"/>
            <a:ext cx="19888200" cy="723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1790700" y="1066800"/>
            <a:ext cx="19164300" cy="1485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0400" y="4584700"/>
            <a:ext cx="8191500" cy="863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356100" y="5740400"/>
            <a:ext cx="4889500" cy="2235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331200" y="4584700"/>
            <a:ext cx="8001000" cy="863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195300" y="5791200"/>
            <a:ext cx="3352800" cy="267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49400" y="5740400"/>
            <a:ext cx="4254500" cy="2235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118600" y="5740400"/>
            <a:ext cx="37465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4807204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4051300"/>
            <a:ext cx="165608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3022600" y="3924300"/>
            <a:ext cx="3048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6997700" y="3924300"/>
            <a:ext cx="3048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0985500" y="3924300"/>
            <a:ext cx="3048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4960600" y="3924300"/>
            <a:ext cx="304800" cy="3048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67300" y="2413000"/>
            <a:ext cx="11836400" cy="6692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2590800" y="1066800"/>
            <a:ext cx="20002500" cy="148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09800" y="2578100"/>
            <a:ext cx="20066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4807204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4051300"/>
            <a:ext cx="165608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3022600" y="3924300"/>
            <a:ext cx="3048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6997700" y="3924300"/>
            <a:ext cx="3048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0985500" y="3924300"/>
            <a:ext cx="3048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4960600" y="3924300"/>
            <a:ext cx="304800" cy="3048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00600" y="2044700"/>
            <a:ext cx="10858500" cy="751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2590800" y="1066800"/>
            <a:ext cx="20002500" cy="148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28900" y="2590800"/>
            <a:ext cx="14478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4807204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4051300"/>
            <a:ext cx="165608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3022600" y="3924300"/>
            <a:ext cx="3048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6997700" y="3924300"/>
            <a:ext cx="3048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0985500" y="3924300"/>
            <a:ext cx="3048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4960600" y="3924300"/>
            <a:ext cx="304800" cy="3048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48200" y="2336800"/>
            <a:ext cx="12661900" cy="709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2590800" y="1066800"/>
            <a:ext cx="20002500" cy="148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09800" y="2578100"/>
            <a:ext cx="20574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311400" y="1066800"/>
            <a:ext cx="196977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19400" y="2895600"/>
            <a:ext cx="11823700" cy="165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37100" y="4521200"/>
            <a:ext cx="82169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457700" y="1066800"/>
            <a:ext cx="21780500" cy="148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" y="4229100"/>
            <a:ext cx="14414500" cy="271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38200"/>
            <a:ext cx="16611600" cy="859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9600" y="2654300"/>
            <a:ext cx="14541500" cy="6121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4406900" y="1066800"/>
            <a:ext cx="21755100" cy="148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33700" y="3441700"/>
            <a:ext cx="12293600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